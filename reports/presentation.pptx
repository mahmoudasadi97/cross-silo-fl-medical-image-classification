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hospitals hold the data needed for good diagnostic AI, but can't share patient images. This project builds a federated system so six hospitals train one model together without sharing images, and rigorously measures the trade-offs between accuracy, privacy, security and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real-world stakes: this is the GDPR/clinical-AI tension. FL is the answer, and the contribution is measuring the trade-offs, not just building it. Note balanced accuracy is the strict, honest metric.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Sub-question 1. Explain non-IID plainly: different patient populations and imaging devices per hospital. This is the core difficulty and the reason for FedProx/SCAFFOLD etc.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answers 'how do I trust your numbers'. Emphasise the structural fairness (only the method changes) and the torch-free proof suite — correctness is an acceptance test, not an afterthought.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Headline. The 'sandwich' (local &lt; FL &lt; centralized) is the value proposition demonstrated. Random is 0.125, so 0.32 is well above chance. Drift ordering matches theory (Q3, Q4).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negative result is a strength — it shows you tested critically rather than assuming the newest method wins. Examiners reward this. FedAdam: server_lr too high exploded; conservative regime over-diverged.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Sub-questions 5–6. Define ε in one line. Stress the independent accountant — that's rigour. δ=1e-5 &lt; 1/N per client.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Sub-question 7. Attack-and-defend is how security is demonstrated. The effect is modest because the model is a mild regulariser, but the direction and reduction are clear.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Bonawitz 2017 pairwise masks. Emphasise it's verified numerically. Together with DP + MIA this is the full confidentiality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dimension. Confidentiality (DP/MIA/secure-agg) is only half of security; this adds integrity. Krum: pick the update most consistent with the honest majority. Verified in the torch-free suite.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New. Practicality dimension. Warm-started + layer-wise top-k so the classifier head isn't starved. Directly supports the edge/Pi story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Own this as a limitation, not a failure. The responsible-AI point is running the check and being honest about what it revealed.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credibility upgrade: it's not just a simulation. Describe the setup (Flower/gRPC over the LAN). The straggler is the headline systems finding.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Pre-empt the 'how do I trust this' question. The torch-free suite is the standout — it proves the science independent of the GPU stack.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Q8 directly, then recap the four pillars (works / private / secure / practical) and end on credible future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Offer the live dashboard walkthrough and, if possible, the Pi demo. Have docs/design.md and the speaker notes handy.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9202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Cross-Silo Federated Learning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9FD5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Privacy-Preserving Medical Image Classification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49808" y="3657600"/>
            <a:ext cx="10607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i="1" dirty="0">
                <a:solidFill>
                  <a:srgbClr val="CFE6E8"/>
                </a:solidFill>
              </a:rPr>
              <a:t>Training a skin-lesion classifier across 6 hospitals — without ever sharing patient images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8FB8BC"/>
                </a:solidFill>
              </a:rPr>
              <a:t>Mahmoud Asadi Heris   ·   Bachelor Creative Technologies &amp; AI (Howest)   ·   Innovation &amp; Research Project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6E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&amp; the research question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Valuable medical data is locked inside institutions by law and ethics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5577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hold exactly the data needed to train good diagnostic AI.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law + ethics mean patient images usually cannot leave the building.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how do several hospitals train one strong model together — sharing no raw data?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355080" y="141732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EEF4F5"/>
          </a:solidFill>
          <a:ln w="12700">
            <a:solidFill>
              <a:srgbClr val="DCE7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0" y="1600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0" y="1965960"/>
            <a:ext cx="48920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can cross-silo Federated Learning be engineered to train clinically relevant image-classification models without sharing raw data — while quantifying the trade-offs between performance, data heterogeneity, and privacy?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0" y="393192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Learning: each hospital trains locally and sends only model updates (numbers) to a coordinator that averages them. The images never move.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4160520"/>
            <a:ext cx="5577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Benchmark: Fed-ISIC2019 (FLamby) — ~23,000 dermoscopy images, 8 diagnoses, 6 hospitals.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balanced accuracy (all 8 classes count equally; random = 0.125).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6E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is highly uneven across hospitals (non-IID)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unevenness is exactly what makes federated learning hard</a:t>
            </a:r>
            <a:endParaRPr lang="en-US" sz="1400" dirty="0"/>
          </a:p>
        </p:txBody>
      </p:sp>
      <p:pic>
        <p:nvPicPr>
          <p:cNvPr id="4" name="Image 0" descr="/sessions/eager-compassionate-turing/mnt/cross-silo-fl-medical-image-classification/reports/figures/client_class_distribu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1371600"/>
            <a:ext cx="5852160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463040"/>
            <a:ext cx="52120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hospitals, sizes from 7,947 down to 281 images.</a:t>
            </a:r>
            <a:endParaRPr lang="en-US" sz="15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hospitals are missing whole disease classes.</a:t>
            </a:r>
            <a:endParaRPr lang="en-US" sz="15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bar (right) is one hospital; colours are the 8 diagnoses — the mixes clearly differ.</a:t>
            </a:r>
            <a:endParaRPr lang="en-US" sz="15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quantified this: label entropy, missing-class counts, and Jensen–Shannon distance from the global mix.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502920" y="521208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every hospital looked the same, averaging their models would be trivial. Because they don't, naive averaging can wobble — motivating every method that follows.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6E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Approach: one fair pipeline, rigorously validated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held constant except the method — so differences are real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11201400" cy="1051560"/>
          </a:xfrm>
          <a:prstGeom prst="roundRect">
            <a:avLst>
              <a:gd name="adj" fmla="val 6957"/>
            </a:avLst>
          </a:prstGeom>
          <a:solidFill>
            <a:srgbClr val="EEF4F5"/>
          </a:solidFill>
          <a:ln w="12700">
            <a:solidFill>
              <a:srgbClr val="DCE7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18488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Fair-comparison protocol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023360" y="1600200"/>
            <a:ext cx="7498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identical training loop for every strategy; only a small 'hook' differs. Same data splits, model, and compute budget.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2715768"/>
            <a:ext cx="11201400" cy="1051560"/>
          </a:xfrm>
          <a:prstGeom prst="roundRect">
            <a:avLst>
              <a:gd name="adj" fmla="val 6957"/>
            </a:avLst>
          </a:prstGeom>
          <a:solidFill>
            <a:srgbClr val="EEF4F5"/>
          </a:solidFill>
          <a:ln w="12700">
            <a:solidFill>
              <a:srgbClr val="DCE7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825496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023360" y="2807208"/>
            <a:ext cx="7498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tiers (smoke/dev/full), global seeding, per-run manifest (git commit + hardware), ≥3 seeds for headline numbers.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3922776"/>
            <a:ext cx="11201400" cy="1051560"/>
          </a:xfrm>
          <a:prstGeom prst="roundRect">
            <a:avLst>
              <a:gd name="adj" fmla="val 6957"/>
            </a:avLst>
          </a:prstGeom>
          <a:solidFill>
            <a:srgbClr val="EEF4F5"/>
          </a:solidFill>
          <a:ln w="12700">
            <a:solidFill>
              <a:srgbClr val="DCE7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032504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verification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023360" y="4014216"/>
            <a:ext cx="7498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torch-free suite of 20 checks proves the maths (aggregation, privacy accountant, robust aggregators) without a GPU.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5129784"/>
            <a:ext cx="11201400" cy="1051560"/>
          </a:xfrm>
          <a:prstGeom prst="roundRect">
            <a:avLst>
              <a:gd name="adj" fmla="val 6957"/>
            </a:avLst>
          </a:prstGeom>
          <a:solidFill>
            <a:srgbClr val="EEF4F5"/>
          </a:solidFill>
          <a:ln w="12700">
            <a:solidFill>
              <a:srgbClr val="DCE7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5239512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simulation to hardware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023360" y="5221224"/>
            <a:ext cx="7498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engine runs in a fast simulation and as a real networked system on a laptop + Raspberry Pi.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6E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federation work? Yes — the core result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FedAvg sits between training alone and pooling all data — with no data shared</a:t>
            </a:r>
            <a:endParaRPr lang="en-US" sz="1400" dirty="0"/>
          </a:p>
        </p:txBody>
      </p:sp>
      <p:pic>
        <p:nvPicPr>
          <p:cNvPr id="4" name="Image 0" descr="/sessions/eager-compassionate-turing/mnt/cross-silo-fl-medical-image-classification/reports/figures/phase23_comparison_ful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94960" y="1417320"/>
            <a:ext cx="6400800" cy="3017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5544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0.32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02920" y="221284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FedAvg (federated)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2331720" y="15544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0.46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2331720" y="221284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(pooled)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160520" y="15544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0.21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4160520" y="221284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Local-only (alone)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02920" y="4572000"/>
            <a:ext cx="111556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FedAvg recovers ~45% of the gap between training alone and pooling everything.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Bought without any raw image leaving a hospital (answers Q2).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drift is textbook: FedAvg 8.6 ≫ FedProx 1.6 ≫ SCAFFOLD 0.9.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6E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honest finding: drift control ≠ accuracy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fancier methods reduce client drift 5–9× exactly as theory predicts — but on this data that did NOT translate into higher accuracy.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697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FedProx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0.224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40233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proximal term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29000" y="246888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2697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429000" y="32004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0.217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429000" y="40233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variates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246888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2697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FedAdam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217920" y="32004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217920" y="40233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server (unstable)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06840" y="246888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0B6E7A"/>
          </a:solidFill>
          <a:ln w="12700">
            <a:solidFill>
              <a:srgbClr val="DCE7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06840" y="2697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FedAvg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006840" y="32004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0.320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9006840" y="40233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 baseline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5029200"/>
            <a:ext cx="11155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report this straight: on Fed-ISIC2019, well-tuned FedAvg wins. FedProx/SCAFFOLD deliver stability, not accuracy; FedAdam was too tuning-sensitive to converge. Honesty over hype.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6E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1 — a mathematical guarantee (Differential Privacy)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knob, ε, sets the strength: smaller ε = more privacy = lower accuracy</a:t>
            </a:r>
            <a:endParaRPr lang="en-US" sz="1400" dirty="0"/>
          </a:p>
        </p:txBody>
      </p:sp>
      <p:pic>
        <p:nvPicPr>
          <p:cNvPr id="4" name="Image 0" descr="/sessions/eager-compassionate-turing/mnt/cross-silo-fl-medical-image-classification/reports/figures/dp_privacy_utility_ful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417320"/>
            <a:ext cx="5760720" cy="4663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463040"/>
            <a:ext cx="52578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adds calibrated noise so no single patient noticeably changes the model.</a:t>
            </a:r>
            <a:endParaRPr lang="en-US" sz="15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our OWN privacy accountant (pure Python) to verify ε — not trusting the library blindly.</a:t>
            </a:r>
            <a:endParaRPr lang="en-US" sz="15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curve makes the price explicit: ε≈38 keeps 0.21; very strong privacy (ε≈5) drops to 0.15.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502920" y="4754880"/>
            <a:ext cx="5257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'we added noise' into a quantified promise a decision-maker can dial.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6E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2 — proving it works: a membership-inference attack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didn't just claim privacy — we attacked the model</a:t>
            </a:r>
            <a:endParaRPr lang="en-US" sz="1400" dirty="0"/>
          </a:p>
        </p:txBody>
      </p:sp>
      <p:pic>
        <p:nvPicPr>
          <p:cNvPr id="4" name="Image 0" descr="/sessions/eager-compassionate-turing/mnt/cross-silo-fl-medical-image-classification/reports/figures/mia_au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1463040"/>
            <a:ext cx="5120640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737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0.55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40080" y="23957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AUC — no privacy (leaks)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3291840" y="1737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0.50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3291840" y="23957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AUC — with DP (= chance)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02920" y="3291840"/>
            <a:ext cx="5577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 guesses whether a specific patient was in the training data.</a:t>
            </a:r>
            <a:endParaRPr lang="en-US" sz="15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means the attacker learns nothing; above 0.5 means leakage.</a:t>
            </a:r>
            <a:endParaRPr lang="en-US" sz="15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measurably shuts the attack down — empirical proof, not a promise.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6E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3 — hiding each hospital's update (Secure Aggregation)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coordinator learns the sum, never any single contribution</a:t>
            </a:r>
            <a:endParaRPr lang="en-US" sz="1400" dirty="0"/>
          </a:p>
        </p:txBody>
      </p:sp>
      <p:pic>
        <p:nvPicPr>
          <p:cNvPr id="4" name="Image 0" descr="/sessions/eager-compassionate-turing/mnt/cross-silo-fl-medical-image-classification/reports/figures/secure_ag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0" y="1417320"/>
            <a:ext cx="5669280" cy="4663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463040"/>
            <a:ext cx="53492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threat from DP: this hides each hospital's individual update from the server.</a:t>
            </a:r>
            <a:endParaRPr lang="en-US" sz="15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add pairwise secret masks that cancel out when summed.</a:t>
            </a:r>
            <a:endParaRPr lang="en-US" sz="15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exact: the recovered average matches plaintext to ~13 decimal places (error ≈ 3×10⁻¹³).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502920" y="4754880"/>
            <a:ext cx="5349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the 'curious server' risk: the coordinator gets the average it needs, but can't inspect any hospital.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6E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— what if a hospital is malicious? (Poisoning &amp; defense)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the integrity side of security — attack and defend</a:t>
            </a:r>
            <a:endParaRPr lang="en-US" sz="1400" dirty="0"/>
          </a:p>
        </p:txBody>
      </p:sp>
      <p:pic>
        <p:nvPicPr>
          <p:cNvPr id="4" name="Image 0" descr="/sessions/eager-compassionate-turing/mnt/cross-silo-fl-medical-image-classification/reports/figures/robustnes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1417320"/>
            <a:ext cx="5852160" cy="4297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463040"/>
            <a:ext cx="52578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6 hospitals send poisoned updates to sabotage the model.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FedAvg (a mean) has no defence — it collapses to random (0.125).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aggregators — median, trimmed-mean, Krum — bound each client's influence and recover (~0.18–0.19).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40080" y="47548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0.125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40080" y="54132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FedAvg under attack (random)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246120" y="47548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0.19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3246120" y="54132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aggregation (defended)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6E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Efficiency — cutting network cost 50× (communication)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FL's real bottleneck is bandwidth, acute for edge devices</a:t>
            </a:r>
            <a:endParaRPr lang="en-US" sz="1400" dirty="0"/>
          </a:p>
        </p:txBody>
      </p:sp>
      <p:pic>
        <p:nvPicPr>
          <p:cNvPr id="4" name="Image 0" descr="/sessions/eager-compassionate-turing/mnt/cross-silo-fl-medical-image-classification/reports/figures/comm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12080" y="1554480"/>
            <a:ext cx="6583680" cy="3291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6459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50×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40080" y="230428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uploads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2834640" y="16459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≈0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2834640" y="230428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lost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02920" y="4846320"/>
            <a:ext cx="11155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only each hospital's largest 1% of update values (layer-wise top-k), skip the rest.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44.7 MB → 0.89 MB per round, with accuracy essentially unchanged (0.202 vs 0.205).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with the Raspberry Pi: the slowest, weakest device gains the most from sending less.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6E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— looking inside the model (Explainability)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an honest limitation, surfaced deliberately</a:t>
            </a:r>
            <a:endParaRPr lang="en-US" sz="1400" dirty="0"/>
          </a:p>
        </p:txBody>
      </p:sp>
      <p:pic>
        <p:nvPicPr>
          <p:cNvPr id="4" name="Image 0" descr="/sessions/eager-compassionate-turing/mnt/cross-silo-fl-medical-image-classification/reports/figures/gradc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94960" y="1554480"/>
            <a:ext cx="6400800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600200"/>
            <a:ext cx="46634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highlights the image regions that drove each decision.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our compute-limited model, attention is diffuse and sometimes lands on image borders/artifacts, not the lesion.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documented 'shortcut' in dermoscopy AI — and catching it is exactly why explainability belongs in the pipeline.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02920" y="53492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openly: a production model would need stronger, artifact-free attention before clinical use.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hardware: from simulation to a Raspberry Pi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D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genuinely distributed FL — a laptop coordinator + a Raspberry Pi 5 as a real 'edge hospital'</a:t>
            </a:r>
            <a:endParaRPr lang="en-US" sz="1400" dirty="0"/>
          </a:p>
        </p:txBody>
      </p:sp>
      <p:pic>
        <p:nvPicPr>
          <p:cNvPr id="4" name="Image 0" descr="/sessions/eager-compassionate-turing/mnt/cross-silo-fl-medical-image-classification/reports/figures/live_straggl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0" y="1554480"/>
            <a:ext cx="5577840" cy="4206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828800"/>
            <a:ext cx="53035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model weights crossed the network — the Pi's images never left it.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exposes the straggler problem: the Pi is ~17× slower per round, and synchronous FedAvg waits for it.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6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systems insight a single-machine simulation cannot show — and why the 50× compression matters.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22960" y="5212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17×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587044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on the Pi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291840" y="54406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D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≈€80 device meaningfully joins training — with no data leaving it.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6E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Validation, rigour &amp; honesty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treated as an acceptance requirement, not an afterthought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6E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/ 20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108960" y="155448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torch-free maths checks (aggregation, SCAFFOLD, privacy accountant, secure-agg, robust aggregators)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6E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3 seeds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108960" y="269748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headline number, reported as mean ± std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38404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6E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Manifests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108960" y="384048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records git commit, tier, and hardware — fully reproducible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49834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6E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negatives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108960" y="498348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FedAdam and the Grad-CAM limitation reported straight, not hidden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— when is FL preferable?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37160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E6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data cannot leave an institution, FL beats both training alone and slow, risky data-sharing agreements — it recovered ~45% of the centralized-vs-isolated gap with no raw data leaving a hospital.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E6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is layered and verified: differential privacy (with a self-built accountant), a defeated membership attack, and secure aggregation.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E6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covers both sides: confidentiality and integrity (robust aggregation defeats a poisoning attack).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E6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&amp; real: 50× cheaper communication, demonstrated live on a Raspberry Pi.</a:t>
            </a:r>
            <a:endParaRPr lang="en-US" sz="1550" dirty="0"/>
          </a:p>
          <a:p>
            <a:pPr marL="342900" indent="-342900">
              <a:buSzPct val="100000"/>
              <a:buChar char="•"/>
            </a:pPr>
            <a:r>
              <a:rPr lang="en-US" sz="1400" i="1" dirty="0">
                <a:solidFill>
                  <a:srgbClr val="9FD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EfficientNet backbone for higher accuracy, client-level DP, full-tier robustness runs, artifact-free explainability.</a:t>
            </a:r>
            <a:endParaRPr lang="en-US" sz="1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6E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749808" y="33832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 — dashboard, technical report, and code are ready to explore.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49808" y="4023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DF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github.com/MahmoudAsadi97/cross-silo-fl-medical-image-classification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Mahmoud Asadi Heris</dc:creator>
  <cp:lastModifiedBy>Mahmoud Asadi Heris</cp:lastModifiedBy>
  <cp:revision>1</cp:revision>
  <dcterms:created xsi:type="dcterms:W3CDTF">2026-08-15T11:38:53Z</dcterms:created>
  <dcterms:modified xsi:type="dcterms:W3CDTF">2026-08-15T11:38:53Z</dcterms:modified>
</cp:coreProperties>
</file>